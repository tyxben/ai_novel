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4A90E2"/>
              </a:gs>
              <a:gs pos="100000">
                <a:srgbClr val="7ED32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4200" b="1" i="0">
                <a:solidFill>
                  <a:srgbClr val="4A90E2"/>
                </a:solidFill>
                <a:latin typeface="Arial"/>
              </a:rPr>
              <a:t>{title}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0" i="0">
                <a:solidFill>
                  <a:srgbClr val="2C3E50"/>
                </a:solidFill>
                <a:latin typeface="Arial"/>
              </a:rPr>
              <a:t>{subtitle}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447" y="4114800"/>
            <a:ext cx="1828800" cy="27432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7F8C8D"/>
                </a:solidFill>
                <a:latin typeface="Arial"/>
              </a:rPr>
              <a:t>{meta}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3600" b="1" i="0">
                <a:solidFill>
                  <a:srgbClr val="4A90E2"/>
                </a:solidFill>
                <a:latin typeface="Arial"/>
              </a:rPr>
              <a:t>{title}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447" y="4114800"/>
            <a:ext cx="1828800" cy="27432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i="0">
                <a:solidFill>
                  <a:srgbClr val="4A90E2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08760"/>
            <a:ext cx="1371600" cy="27432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2C3E50"/>
                </a:solidFill>
                <a:latin typeface="Arial"/>
              </a:rPr>
              <a:t>{content}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914400"/>
            <a:ext cx="4206240" cy="5029200"/>
          </a:xfrm>
          <a:prstGeom prst="roundRect">
            <a:avLst/>
          </a:prstGeom>
          <a:solidFill>
            <a:srgbClr val="EFF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6400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i="0">
                <a:solidFill>
                  <a:srgbClr val="4A90E2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508760"/>
            <a:ext cx="1371600" cy="27432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2C3E50"/>
                </a:solidFill>
                <a:latin typeface="Arial"/>
              </a:rPr>
              <a:t>{content}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4206240" cy="5029200"/>
          </a:xfrm>
          <a:prstGeom prst="roundRect">
            <a:avLst/>
          </a:prstGeom>
          <a:solidFill>
            <a:srgbClr val="EFF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4A90E2"/>
              </a:gs>
              <a:gs pos="100000">
                <a:srgbClr val="1A1A2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{title}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E0E0E0"/>
                </a:solidFill>
                <a:latin typeface="Arial"/>
              </a:rPr>
              <a:t>{content}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800" b="1" i="0">
                <a:solidFill>
                  <a:srgbClr val="4A90E2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554480"/>
            <a:ext cx="8534095" cy="27432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46020" y="2011680"/>
            <a:ext cx="502920" cy="502920"/>
          </a:xfrm>
          <a:prstGeom prst="ellipse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4A90E2"/>
                </a:solidFill>
                <a:latin typeface="Arial"/>
              </a:rPr>
              <a:t>{col1_title}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2C3E50"/>
                </a:solidFill>
                <a:latin typeface="Arial"/>
              </a:rPr>
              <a:t>{col1_desc}</a:t>
            </a:r>
          </a:p>
        </p:txBody>
      </p:sp>
      <p:sp>
        <p:nvSpPr>
          <p:cNvPr id="7" name="Oval 6"/>
          <p:cNvSpPr/>
          <p:nvPr/>
        </p:nvSpPr>
        <p:spPr>
          <a:xfrm>
            <a:off x="5893308" y="201168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4A90E2"/>
                </a:solidFill>
                <a:latin typeface="Arial"/>
              </a:rPr>
              <a:t>{col2_title}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2C3E50"/>
                </a:solidFill>
                <a:latin typeface="Arial"/>
              </a:rPr>
              <a:t>{col2_desc}</a:t>
            </a:r>
          </a:p>
        </p:txBody>
      </p:sp>
      <p:sp>
        <p:nvSpPr>
          <p:cNvPr id="10" name="Oval 9"/>
          <p:cNvSpPr/>
          <p:nvPr/>
        </p:nvSpPr>
        <p:spPr>
          <a:xfrm>
            <a:off x="9340596" y="2011680"/>
            <a:ext cx="502920" cy="50292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7576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4A90E2"/>
                </a:solidFill>
                <a:latin typeface="Arial"/>
              </a:rPr>
              <a:t>{col3_title}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576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2C3E50"/>
                </a:solidFill>
                <a:latin typeface="Arial"/>
              </a:rPr>
              <a:t>{col3_desc}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0" b="1" i="0">
                <a:solidFill>
                  <a:srgbClr val="D1EFB1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70000"/>
              </a:lnSpc>
            </a:pPr>
            <a:r>
              <a:rPr sz="2600" b="0" i="1">
                <a:solidFill>
                  <a:srgbClr val="2C3E50"/>
                </a:solidFill>
                <a:latin typeface="Arial"/>
              </a:rPr>
              <a:t>{quote}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8463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>
                <a:solidFill>
                  <a:srgbClr val="7F8C8D"/>
                </a:solidFill>
                <a:latin typeface="Arial"/>
              </a:rPr>
              <a:t>{author}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400" b="1" i="0">
                <a:solidFill>
                  <a:srgbClr val="4A90E2"/>
                </a:solidFill>
                <a:latin typeface="Arial"/>
              </a:rPr>
              <a:t>{title}</a:t>
            </a:r>
          </a:p>
        </p:txBody>
      </p:sp>
      <p:sp>
        <p:nvSpPr>
          <p:cNvPr id="3" name="Oval 2"/>
          <p:cNvSpPr/>
          <p:nvPr/>
        </p:nvSpPr>
        <p:spPr>
          <a:xfrm>
            <a:off x="4724247" y="1828800"/>
            <a:ext cx="2743200" cy="2743200"/>
          </a:xfrm>
          <a:prstGeom prst="ellipse">
            <a:avLst/>
          </a:prstGeom>
          <a:solidFill>
            <a:srgbClr val="EFF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7200" b="1" i="0">
                <a:solidFill>
                  <a:srgbClr val="7ED321"/>
                </a:solidFill>
                <a:latin typeface="Arial"/>
              </a:rPr>
              <a:t>{data_value}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1" i="0">
                <a:solidFill>
                  <a:srgbClr val="4A90E2"/>
                </a:solidFill>
                <a:latin typeface="Arial"/>
              </a:rPr>
              <a:t>{data_label}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7F8C8D"/>
                </a:solidFill>
                <a:latin typeface="Arial"/>
              </a:rPr>
              <a:t>{description}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4A90E2"/>
              </a:gs>
              <a:gs pos="100000">
                <a:srgbClr val="7ED32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4000" b="1" i="0">
                <a:solidFill>
                  <a:srgbClr val="4A90E2"/>
                </a:solidFill>
                <a:latin typeface="Arial"/>
              </a:rPr>
              <a:t>{title}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2C3E50"/>
                </a:solidFill>
                <a:latin typeface="Arial"/>
              </a:rPr>
              <a:t>{subtitle}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7F8C8D"/>
                </a:solidFill>
                <a:latin typeface="Arial"/>
              </a:rPr>
              <a:t>{contact}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800" b="1" i="0">
                <a:solidFill>
                  <a:srgbClr val="4A90E2"/>
                </a:solidFill>
                <a:latin typeface="Arial"/>
              </a:rPr>
              <a:t>{title}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828800"/>
            <a:ext cx="475488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{left_title}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2C3E50"/>
                </a:solidFill>
                <a:latin typeface="Arial"/>
              </a:rPr>
              <a:t>{left_content}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754880" cy="640080"/>
          </a:xfrm>
          <a:prstGeom prst="round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74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{right_title}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7432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2C3E50"/>
                </a:solidFill>
                <a:latin typeface="Arial"/>
              </a:rPr>
              <a:t>{right_content}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