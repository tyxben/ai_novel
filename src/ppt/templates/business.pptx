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829300"/>
            <a:ext cx="12191695" cy="1028700"/>
          </a:xfrm>
          <a:prstGeom prst="rect">
            <a:avLst/>
          </a:prstGeom>
          <a:ln>
            <a:noFill/>
          </a:ln>
          <a:gradFill flip="none">
            <a:gsLst>
              <a:gs pos="0">
                <a:srgbClr val="1B2838"/>
              </a:gs>
              <a:gs pos="100000">
                <a:srgbClr val="C0A062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4200" b="1" i="0">
                <a:solidFill>
                  <a:srgbClr val="1B2838"/>
                </a:solidFill>
                <a:latin typeface="Arial"/>
              </a:rPr>
              <a:t>{title}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200" b="0" i="0">
                <a:solidFill>
                  <a:srgbClr val="1B2838"/>
                </a:solidFill>
                <a:latin typeface="Arial"/>
              </a:rPr>
              <a:t>{subtitle}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1447" y="4114800"/>
            <a:ext cx="1828800" cy="27432"/>
          </a:xfrm>
          <a:prstGeom prst="rect">
            <a:avLst/>
          </a:prstGeom>
          <a:solidFill>
            <a:srgbClr val="C0A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 i="0">
                <a:solidFill>
                  <a:srgbClr val="5A6A7A"/>
                </a:solidFill>
                <a:latin typeface="Arial"/>
              </a:rPr>
              <a:t>{meta}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C0A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3600" b="1" i="0">
                <a:solidFill>
                  <a:srgbClr val="1B2838"/>
                </a:solidFill>
                <a:latin typeface="Arial"/>
              </a:rPr>
              <a:t>{title}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1447" y="4114800"/>
            <a:ext cx="1828800" cy="27432"/>
          </a:xfrm>
          <a:prstGeom prst="rect">
            <a:avLst/>
          </a:prstGeom>
          <a:solidFill>
            <a:srgbClr val="C0A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2800" b="1" i="0">
                <a:solidFill>
                  <a:srgbClr val="1B2838"/>
                </a:solidFill>
                <a:latin typeface="Arial"/>
              </a:rPr>
              <a:t>{title}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508760"/>
            <a:ext cx="1371600" cy="27432"/>
          </a:xfrm>
          <a:prstGeom prst="rect">
            <a:avLst/>
          </a:prstGeom>
          <a:solidFill>
            <a:srgbClr val="C0A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800" b="0" i="0">
                <a:solidFill>
                  <a:srgbClr val="1B2838"/>
                </a:solidFill>
                <a:latin typeface="Arial"/>
              </a:rPr>
              <a:t>{content}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914400"/>
            <a:ext cx="4206240" cy="5029200"/>
          </a:xfrm>
          <a:prstGeom prst="round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0" y="640080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2800" b="1" i="0">
                <a:solidFill>
                  <a:srgbClr val="1B2838"/>
                </a:solidFill>
                <a:latin typeface="Arial"/>
              </a:rPr>
              <a:t>{title}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1508760"/>
            <a:ext cx="1371600" cy="27432"/>
          </a:xfrm>
          <a:prstGeom prst="rect">
            <a:avLst/>
          </a:prstGeom>
          <a:solidFill>
            <a:srgbClr val="C0A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0" y="192024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800" b="0" i="0">
                <a:solidFill>
                  <a:srgbClr val="1B2838"/>
                </a:solidFill>
                <a:latin typeface="Arial"/>
              </a:rPr>
              <a:t>{content}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914400"/>
            <a:ext cx="4206240" cy="5029200"/>
          </a:xfrm>
          <a:prstGeom prst="round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gradFill flip="none">
            <a:gsLst>
              <a:gs pos="0">
                <a:srgbClr val="1B2838"/>
              </a:gs>
              <a:gs pos="100000">
                <a:srgbClr val="1A1A2E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3800" b="1" i="0">
                <a:solidFill>
                  <a:srgbClr val="FFFFFF"/>
                </a:solidFill>
                <a:latin typeface="Arial"/>
              </a:rPr>
              <a:t>{title}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48056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 b="0" i="0">
                <a:solidFill>
                  <a:srgbClr val="E0E0E0"/>
                </a:solidFill>
                <a:latin typeface="Arial"/>
              </a:rPr>
              <a:t>{content}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800" b="1" i="0">
                <a:solidFill>
                  <a:srgbClr val="1B2838"/>
                </a:solidFill>
                <a:latin typeface="Arial"/>
              </a:rPr>
              <a:t>{title}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554480"/>
            <a:ext cx="8534095" cy="27432"/>
          </a:xfrm>
          <a:prstGeom prst="rect">
            <a:avLst/>
          </a:prstGeom>
          <a:solidFill>
            <a:srgbClr val="C0A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46020" y="2011680"/>
            <a:ext cx="502920" cy="502920"/>
          </a:xfrm>
          <a:prstGeom prst="ellipse">
            <a:avLst/>
          </a:prstGeom>
          <a:solidFill>
            <a:srgbClr val="C0A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7432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 i="0">
                <a:solidFill>
                  <a:srgbClr val="1B2838"/>
                </a:solidFill>
                <a:latin typeface="Arial"/>
              </a:rPr>
              <a:t>{col1_title}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38328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1B2838"/>
                </a:solidFill>
                <a:latin typeface="Arial"/>
              </a:rPr>
              <a:t>{col1_desc}</a:t>
            </a:r>
          </a:p>
        </p:txBody>
      </p:sp>
      <p:sp>
        <p:nvSpPr>
          <p:cNvPr id="7" name="Oval 6"/>
          <p:cNvSpPr/>
          <p:nvPr/>
        </p:nvSpPr>
        <p:spPr>
          <a:xfrm>
            <a:off x="5893308" y="2011680"/>
            <a:ext cx="502920" cy="502920"/>
          </a:xfrm>
          <a:prstGeom prst="ellipse">
            <a:avLst/>
          </a:prstGeom>
          <a:solidFill>
            <a:srgbClr val="4A6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0288" y="27432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 i="0">
                <a:solidFill>
                  <a:srgbClr val="1B2838"/>
                </a:solidFill>
                <a:latin typeface="Arial"/>
              </a:rPr>
              <a:t>{col2_title}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338328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1B2838"/>
                </a:solidFill>
                <a:latin typeface="Arial"/>
              </a:rPr>
              <a:t>{col2_desc}</a:t>
            </a:r>
          </a:p>
        </p:txBody>
      </p:sp>
      <p:sp>
        <p:nvSpPr>
          <p:cNvPr id="10" name="Oval 9"/>
          <p:cNvSpPr/>
          <p:nvPr/>
        </p:nvSpPr>
        <p:spPr>
          <a:xfrm>
            <a:off x="9340596" y="2011680"/>
            <a:ext cx="502920" cy="502920"/>
          </a:xfrm>
          <a:prstGeom prst="ellipse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7576" y="27432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 i="0">
                <a:solidFill>
                  <a:srgbClr val="1B2838"/>
                </a:solidFill>
                <a:latin typeface="Arial"/>
              </a:rPr>
              <a:t>{col3_title}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37576" y="338328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1B2838"/>
                </a:solidFill>
                <a:latin typeface="Arial"/>
              </a:rPr>
              <a:t>{col3_desc}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2000" b="1" i="0">
                <a:solidFill>
                  <a:srgbClr val="E8DDC8"/>
                </a:solidFill>
                <a:latin typeface="Georgia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5340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70000"/>
              </a:lnSpc>
            </a:pPr>
            <a:r>
              <a:rPr sz="2600" b="0" i="1">
                <a:solidFill>
                  <a:srgbClr val="1B2838"/>
                </a:solidFill>
                <a:latin typeface="Arial"/>
              </a:rPr>
              <a:t>{quote}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84632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sz="1600" b="0" i="0">
                <a:solidFill>
                  <a:srgbClr val="5A6A7A"/>
                </a:solidFill>
                <a:latin typeface="Arial"/>
              </a:rPr>
              <a:t>{author}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400" b="1" i="0">
                <a:solidFill>
                  <a:srgbClr val="1B2838"/>
                </a:solidFill>
                <a:latin typeface="Arial"/>
              </a:rPr>
              <a:t>{title}</a:t>
            </a:r>
          </a:p>
        </p:txBody>
      </p:sp>
      <p:sp>
        <p:nvSpPr>
          <p:cNvPr id="3" name="Oval 2"/>
          <p:cNvSpPr/>
          <p:nvPr/>
        </p:nvSpPr>
        <p:spPr>
          <a:xfrm>
            <a:off x="4724247" y="1828800"/>
            <a:ext cx="2743200" cy="2743200"/>
          </a:xfrm>
          <a:prstGeom prst="ellipse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7200" b="1" i="0">
                <a:solidFill>
                  <a:srgbClr val="C0A062"/>
                </a:solidFill>
                <a:latin typeface="Arial"/>
              </a:rPr>
              <a:t>{data_value}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200" b="1" i="0">
                <a:solidFill>
                  <a:srgbClr val="1B2838"/>
                </a:solidFill>
                <a:latin typeface="Arial"/>
              </a:rPr>
              <a:t>{data_label}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754880"/>
            <a:ext cx="7619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0" i="0">
                <a:solidFill>
                  <a:srgbClr val="5A6A7A"/>
                </a:solidFill>
                <a:latin typeface="Arial"/>
              </a:rPr>
              <a:t>{description}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ln>
            <a:noFill/>
          </a:ln>
          <a:gradFill flip="none">
            <a:gsLst>
              <a:gs pos="0">
                <a:srgbClr val="1B2838"/>
              </a:gs>
              <a:gs pos="100000">
                <a:srgbClr val="C0A062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4000" b="1" i="0">
                <a:solidFill>
                  <a:srgbClr val="1B2838"/>
                </a:solidFill>
                <a:latin typeface="Arial"/>
              </a:rPr>
              <a:t>{title}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 b="0" i="0">
                <a:solidFill>
                  <a:srgbClr val="1B2838"/>
                </a:solidFill>
                <a:latin typeface="Arial"/>
              </a:rPr>
              <a:t>{subtitle}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 i="0">
                <a:solidFill>
                  <a:srgbClr val="5A6A7A"/>
                </a:solidFill>
                <a:latin typeface="Arial"/>
              </a:rPr>
              <a:t>{contact}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800" b="1" i="0">
                <a:solidFill>
                  <a:srgbClr val="1B2838"/>
                </a:solidFill>
                <a:latin typeface="Arial"/>
              </a:rPr>
              <a:t>{title}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5840" y="1828800"/>
            <a:ext cx="4754880" cy="640080"/>
          </a:xfrm>
          <a:prstGeom prst="round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74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{left_title}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743200"/>
            <a:ext cx="4297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700" b="0" i="0">
                <a:solidFill>
                  <a:srgbClr val="1B2838"/>
                </a:solidFill>
                <a:latin typeface="Arial"/>
              </a:rPr>
              <a:t>{left_content}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828800"/>
            <a:ext cx="4754880" cy="640080"/>
          </a:xfrm>
          <a:prstGeom prst="roundRect">
            <a:avLst/>
          </a:prstGeom>
          <a:solidFill>
            <a:srgbClr val="C0A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8745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{right_title}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743200"/>
            <a:ext cx="4297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1700" b="0" i="0">
                <a:solidFill>
                  <a:srgbClr val="1B2838"/>
                </a:solidFill>
                <a:latin typeface="Arial"/>
              </a:rPr>
              <a:t>{right_content}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